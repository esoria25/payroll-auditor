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0"/>
  </p:normalViewPr>
  <p:slideViewPr>
    <p:cSldViewPr snapToGrid="0" snapToObjects="1">
      <p:cViewPr varScale="1">
        <p:scale>
          <a:sx n="119" d="100"/>
          <a:sy n="119" d="100"/>
        </p:scale>
        <p:origin x="163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🔍 Payroll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FF88"/>
                </a:solidFill>
              </a:defRPr>
            </a:pPr>
            <a:r>
              <a:t>Compare • Audit • Verify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Problem 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Manual payroll comparisons are time-consuming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Human errors in data entry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Difficult to track changes across formats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No standardized audit trail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Compliance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Solution 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Automatically compare payroll data across: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📄 CSV files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📊 Excel spreadsheets (.xlsx, .xls)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📑 PDF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Key Features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Multi-Format Support - CSV, Excel, PDF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Payroll-Specific - Hours, tips, taxes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Web Interface - Drag-and-drop UI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Docker Ready - One-command deploy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Detailed Reports - HTML, JSON, text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Batch Processing - Multiple files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CLI &amp; API - Flexible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Installation 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Takes less than 1 minute!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7315200" cy="3200400"/>
          </a:xfrm>
          <a:prstGeom prst="rect">
            <a:avLst/>
          </a:prstGeom>
          <a:solidFill>
            <a:srgbClr val="282C3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git clone https://github.com/esoria25/payroll-auditor.git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cd payroll-auditor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pip install -r requirements.txt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python3 generate_sample_data.py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Method 1: Web Interface 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Open: http://localhost:8080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7315200" cy="3200400"/>
          </a:xfrm>
          <a:prstGeom prst="rect">
            <a:avLst/>
          </a:prstGeom>
          <a:solidFill>
            <a:srgbClr val="282C3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python3 api_server.py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Using the Web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1. Drag &amp; drop first payroll file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2. Drag &amp; drop second payroll file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3. Click 'Compare Files' button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4. View results instantly!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Supports: CSV, Excel, 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Results Dashboard 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Summary Statistics: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Total rows compared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Match percentage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Differences count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Detailed Differences: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Field-by-field comparison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Old vs New values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• Color-coded highlights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Example Results 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solidFill>
            <a:srgbClr val="282C3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Total Rows Compared:    150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Matching Rows:          142 (94.7%)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Different Rows:         8 (5.3%)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endParaRPr/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Row 5 - John Doe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  • Regular Hours: 40.0 → 42.0 (Δ +2.0)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  • Gross Pay: $800 → $840 (Δ +$40)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Method 2: Command Line 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Perfect for automation and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7315200" cy="3200400"/>
          </a:xfrm>
          <a:prstGeom prst="rect">
            <a:avLst/>
          </a:prstGeom>
          <a:solidFill>
            <a:srgbClr val="282C3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python3 universal_payroll_auditor.py   file1.csv file2.xlsx   --output report.html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rPr dirty="0"/>
              <a:t>Method 3: Docker 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2E"/>
                </a:solidFill>
              </a:defRPr>
            </a:pPr>
            <a:r>
              <a:t>No Python setup required!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7315200" cy="3200400"/>
          </a:xfrm>
          <a:prstGeom prst="rect">
            <a:avLst/>
          </a:prstGeom>
          <a:solidFill>
            <a:srgbClr val="282C3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docker-compose 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Supported Payroll Fields 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Employee: Name, ID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Time: Pay Date, Period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Hours: Regular, Overtime, PTO, Sick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Earnings: Gross, Net, Tips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Taxes: Federal, SS, Medicare, State, Local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Automatically detected and compared!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Use Cases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1068" y="822960"/>
            <a:ext cx="73152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✅ Payroll Verification</a:t>
            </a:r>
            <a:r>
              <a:rPr lang="en-US" dirty="0"/>
              <a:t>- </a:t>
            </a:r>
            <a:r>
              <a:rPr dirty="0"/>
              <a:t>Compare reports from different systems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✅ Audit Compliance</a:t>
            </a:r>
            <a:r>
              <a:rPr lang="en-US" dirty="0"/>
              <a:t>- </a:t>
            </a:r>
            <a:r>
              <a:rPr dirty="0"/>
              <a:t>Verify tax calculations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✅ Data Migration</a:t>
            </a:r>
            <a:r>
              <a:rPr lang="en-US" dirty="0"/>
              <a:t>- </a:t>
            </a:r>
            <a:r>
              <a:rPr dirty="0"/>
              <a:t>Ensure accuracy when switching providers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✅ Quality Assurance</a:t>
            </a:r>
            <a:r>
              <a:rPr lang="en-US" dirty="0"/>
              <a:t>- </a:t>
            </a:r>
            <a:r>
              <a:rPr dirty="0"/>
              <a:t>Catch errors before 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Who It's For 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🔍 Auditors - Professional reports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💻 Developers - API integration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Real-World Impact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3232"/>
                </a:solidFill>
              </a:defRPr>
            </a:pPr>
            <a: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2000">
                <a:solidFill>
                  <a:srgbClr val="1A1A2E"/>
                </a:solidFill>
              </a:defRPr>
            </a:pPr>
            <a:r>
              <a:t>⏰ 2-3 hours per comparison</a:t>
            </a:r>
          </a:p>
          <a:p>
            <a:pPr>
              <a:spcBef>
                <a:spcPts val="800"/>
              </a:spcBef>
              <a:defRPr sz="2000">
                <a:solidFill>
                  <a:srgbClr val="1A1A2E"/>
                </a:solidFill>
              </a:defRPr>
            </a:pPr>
            <a:r>
              <a:t>😰 High error rate</a:t>
            </a:r>
          </a:p>
          <a:p>
            <a:pPr>
              <a:spcBef>
                <a:spcPts val="800"/>
              </a:spcBef>
              <a:defRPr sz="2000">
                <a:solidFill>
                  <a:srgbClr val="1A1A2E"/>
                </a:solidFill>
              </a:defRPr>
            </a:pPr>
            <a:r>
              <a:t>📝 Manual documentation</a:t>
            </a:r>
          </a:p>
          <a:p>
            <a:pPr>
              <a:spcBef>
                <a:spcPts val="800"/>
              </a:spcBef>
              <a:defRPr sz="2000">
                <a:solidFill>
                  <a:srgbClr val="1A1A2E"/>
                </a:solidFill>
              </a:defRPr>
            </a:pPr>
            <a:r>
              <a:t>❌ No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C832"/>
                </a:solidFill>
              </a:defRPr>
            </a:pPr>
            <a:r>
              <a:t>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2000">
                <a:solidFill>
                  <a:srgbClr val="1A1A2E"/>
                </a:solidFill>
              </a:defRPr>
            </a:pPr>
            <a:r>
              <a:t>⚡ Results in seconds</a:t>
            </a:r>
          </a:p>
          <a:p>
            <a:pPr>
              <a:spcBef>
                <a:spcPts val="800"/>
              </a:spcBef>
              <a:defRPr sz="2000">
                <a:solidFill>
                  <a:srgbClr val="1A1A2E"/>
                </a:solidFill>
              </a:defRPr>
            </a:pPr>
            <a:r>
              <a:t>✅ 100% accuracy</a:t>
            </a:r>
          </a:p>
          <a:p>
            <a:pPr>
              <a:spcBef>
                <a:spcPts val="800"/>
              </a:spcBef>
              <a:defRPr sz="2000">
                <a:solidFill>
                  <a:srgbClr val="1A1A2E"/>
                </a:solidFill>
              </a:defRPr>
            </a:pPr>
            <a:r>
              <a:t>📊 Automated reports</a:t>
            </a:r>
          </a:p>
          <a:p>
            <a:pPr>
              <a:spcBef>
                <a:spcPts val="800"/>
              </a:spcBef>
              <a:defRPr sz="2000">
                <a:solidFill>
                  <a:srgbClr val="1A1A2E"/>
                </a:solidFill>
              </a:defRPr>
            </a:pPr>
            <a:r>
              <a:t>✅ Complete audit trail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Export Options 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HTML Reports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• Professional, shareable format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JSON Output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• Machine-readable for integration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Text Format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• Simple, readable summaries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Integration Options 🔧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solidFill>
            <a:srgbClr val="282C3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# Python Module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from universal_payroll_auditor import UniversalPayrollAuditor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auditor = UniversalPayrollAuditor()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result = auditor.audit('file1.csv', 'file2.xlsx')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endParaRPr/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# REST API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curl -X POST http://localhost:8080/api/audit   -F "file1=@payroll1.csv" -F "file2=@payroll2.xlsx"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Performance Metrics 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⚡ Speed: Compare 1000+ rows in &lt; 5 seconds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🎯 Accuracy: Catches every discrepancy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📊 Scale: Handles files up to 100MB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🔧 Formats: 3 input formats supported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Security &amp; Privacy 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All processing done locally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No data sent to external servers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Files stored temporarily only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Automatic cleanup after comparison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t>✅ Open-source code (audit it yourself!)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Getting Started Today 🚀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solidFill>
            <a:srgbClr val="282C3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# Quick Start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git clone https://github.com/esoria25/payroll-auditor.git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cd payroll-auditor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python3 api_server.py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endParaRPr/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# Docker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docker-compose up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endParaRPr/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# Install as Package</a:t>
            </a:r>
          </a:p>
          <a:p>
            <a:pPr>
              <a:defRPr sz="1600">
                <a:solidFill>
                  <a:srgbClr val="00FF88"/>
                </a:solidFill>
                <a:latin typeface="Courier New"/>
              </a:defRPr>
            </a:pPr>
            <a:r>
              <a:t>pip install git+https://github.com/esoria25/payroll-auditor.git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Cost Comparison 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Manual: Staff time + errors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Setup Time: &lt; 5 minutes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Success Stories 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Reduced our payroll audit time</a:t>
            </a:r>
            <a:r>
              <a:rPr lang="en-US" dirty="0"/>
              <a:t> </a:t>
            </a:r>
            <a:r>
              <a:rPr dirty="0"/>
              <a:t>from 3 hours to 5 minutes!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— </a:t>
            </a:r>
            <a:r>
              <a:rPr lang="en-US" dirty="0"/>
              <a:t>Onboarding</a:t>
            </a:r>
            <a:r>
              <a:rPr dirty="0"/>
              <a:t> Team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Call to Action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461" y="1143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⭐ Star the repo on GitHub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📥 Clone and try it today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🤝 Contribute to the project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/>
              <a:t>📢 Share with your team</a:t>
            </a:r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1A1A2E"/>
                </a:solidFill>
              </a:defRPr>
            </a:pPr>
            <a:r>
              <a:rPr dirty="0" err="1"/>
              <a:t>github.com</a:t>
            </a:r>
            <a:r>
              <a:rPr dirty="0"/>
              <a:t>/esoria25/payroll-auditor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FF88"/>
                </a:solidFill>
              </a:defRPr>
            </a:pPr>
            <a:r>
              <a:t>github.com/esoria25/payroll-auditor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759</Words>
  <Application>Microsoft Macintosh PowerPoint</Application>
  <PresentationFormat>On-screen Show (4:3)</PresentationFormat>
  <Paragraphs>167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Esther Soria</cp:lastModifiedBy>
  <cp:revision>2</cp:revision>
  <dcterms:created xsi:type="dcterms:W3CDTF">2013-01-27T09:14:16Z</dcterms:created>
  <dcterms:modified xsi:type="dcterms:W3CDTF">2026-02-17T15:07:59Z</dcterms:modified>
  <cp:category/>
</cp:coreProperties>
</file>